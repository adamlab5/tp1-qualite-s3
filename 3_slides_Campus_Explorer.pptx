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E40"/>
                </a:solidFill>
              </a:defRPr>
            </a:pPr>
            <a:r>
              <a:t>Campus Explorer —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A52"/>
                </a:solidFill>
              </a:defRPr>
            </a:pPr>
            <a:r>
              <a:t>5 problèmes identifiés dans la version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1 · Une requête à chaque frappe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app.js : onSearch() retélécharge le catalogue (~2 Mo) avec un paramètre ts unique.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2 · Statistiques toutes les 2 secondes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30 appels/minute sans action ; le serveur relit le JSON à chaque demande.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3 · Recommandations coûteuses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Comparaison de chaque session à toutes les autres (O(n²)), fonction secondaire.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4 · Images lourdes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hero.png ≈ 8,7 Mo ; images de galerie jusqu’à ≈ 1,9 Mo, sans lazy-loading.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537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5 · API surchargée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server.py ajoute HTML, mots-clés et scores non exploités par l’interface.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78"/>
                </a:solidFill>
              </a:defRPr>
            </a:pPr>
            <a:r>
              <a:t>Campus Explorer · TP écoconception · Données de test locales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E40"/>
                </a:solidFill>
              </a:defRPr>
            </a:pPr>
            <a:r>
              <a:t>Modifications réalisées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A52"/>
                </a:solidFill>
              </a:defRPr>
            </a:pPr>
            <a:r>
              <a:t>Priorité aux transferts et traitements réellement évités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Catalogue chargé une fois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Recherche multi-mots sans casse ni accents, filtres catégorie/campus et reset exécutés localement.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Fin du polling statistique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Chiffres calculés depuis le catalogue déjà chargé ; plus d’appels /api/stats en boucle.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Allègement du secondaire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Retrait recommandations O(n²), bandeau animé et newsletter fictive ; images différées, script defer et commandes clavier natives.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78"/>
                </a:solidFill>
              </a:defRPr>
            </a:pPr>
            <a:r>
              <a:t>Campus Explorer · TP écoconception · Données de test locales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E40"/>
                </a:solidFill>
              </a:defRPr>
            </a:pPr>
            <a:r>
              <a:t>Bilan et vérifications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A52"/>
                </a:solidFill>
              </a:defRPr>
            </a:pPr>
            <a:r>
              <a:t>Fonctions obligatoires conservées ; mesures à refaire dans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À vérifier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1 GET catalogue au chargement ; aucun GET pendant la recherche ; aucun polling stats. Comparer le transfert dans les mêmes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Tests fonctionnels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« rustine » (25), Rangueil (5), combiner filtres, accents, reset, résultat vide/erreur, détail complet, clavier et 360 px.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8492F"/>
                </a:solidFill>
              </a:defRPr>
            </a:pPr>
            <a:r>
              <a:t>Limites</a:t>
            </a:r>
          </a:p>
          <a:p>
            <a:pPr>
              <a:defRPr sz="1500">
                <a:solidFill>
                  <a:srgbClr val="23322B"/>
                </a:solidFill>
              </a:defRPr>
            </a:pPr>
            <a:r>
              <a:t>Hero toujours lourd et JSON source ~2 Mo ; conversion WebP et pagination à étudier. Pas de mesure d’énergie/CO₂ ni d’audit RGESN complet.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D78"/>
                </a:solidFill>
              </a:defRPr>
            </a:pPr>
            <a:r>
              <a:t>Campus Explorer · TP écoconception · Données de test locales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